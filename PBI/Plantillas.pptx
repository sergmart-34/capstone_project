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9107e6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9107e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E73BE"/>
            </a:gs>
            <a:gs pos="62000">
              <a:srgbClr val="497399"/>
            </a:gs>
            <a:gs pos="100000">
              <a:srgbClr val="737373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75" y="110100"/>
            <a:ext cx="1222125" cy="26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>
            <a:off x="-55050" y="519075"/>
            <a:ext cx="9516300" cy="15600"/>
          </a:xfrm>
          <a:prstGeom prst="straightConnector1">
            <a:avLst/>
          </a:prstGeom>
          <a:noFill/>
          <a:ln cap="flat" cmpd="sng" w="9525">
            <a:solidFill>
              <a:srgbClr val="F0F0E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E73BE"/>
            </a:gs>
            <a:gs pos="62000">
              <a:srgbClr val="497399"/>
            </a:gs>
            <a:gs pos="100000">
              <a:srgbClr val="737373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886325" y="408975"/>
            <a:ext cx="2713200" cy="87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050" y="1698575"/>
            <a:ext cx="10572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1001038" y="1973000"/>
            <a:ext cx="777300" cy="423000"/>
          </a:xfrm>
          <a:prstGeom prst="rect">
            <a:avLst/>
          </a:prstGeom>
          <a:solidFill>
            <a:srgbClr val="0B51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